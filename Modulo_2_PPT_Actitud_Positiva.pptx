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94565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5393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8122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47282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06623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8901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8843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2384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8478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689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95823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8399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2521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93696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764088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98064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24325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3B351D8-EFD2-4DC4-A941-C010EFFA84E6}" type="datetimeFigureOut">
              <a:rPr lang="es-AR" smtClean="0"/>
              <a:t>22/4/2026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4C2CC-7DD6-473A-B42A-E9E11F49401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58640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32E50-E167-4AA6-807E-06B670903A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Actitud Positiva </a:t>
            </a:r>
            <a:r>
              <a:rPr lang="es-AR" dirty="0">
                <a:sym typeface="Wingdings" panose="05000000000000000000" pitchFamily="2" charset="2"/>
              </a:rPr>
              <a:t>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6524BB-5EEB-4388-B5E0-8DD60449D9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AR" sz="1800" dirty="0" err="1"/>
              <a:t>Albarracin</a:t>
            </a:r>
            <a:r>
              <a:rPr lang="es-AR" sz="1800" dirty="0"/>
              <a:t> Gianella, </a:t>
            </a:r>
            <a:r>
              <a:rPr lang="es-AR" sz="1800" dirty="0" err="1"/>
              <a:t>Migoni</a:t>
            </a:r>
            <a:r>
              <a:rPr lang="es-AR" sz="1800" dirty="0"/>
              <a:t> Luciano, </a:t>
            </a:r>
            <a:r>
              <a:rPr lang="es-AR" sz="1800" dirty="0" err="1"/>
              <a:t>Perez</a:t>
            </a:r>
            <a:r>
              <a:rPr lang="es-AR" sz="1800" dirty="0"/>
              <a:t> Ignacio, </a:t>
            </a:r>
            <a:r>
              <a:rPr lang="es-AR" sz="1800" dirty="0" err="1"/>
              <a:t>sfrede</a:t>
            </a:r>
            <a:r>
              <a:rPr lang="es-AR" sz="1800" dirty="0"/>
              <a:t> </a:t>
            </a:r>
            <a:r>
              <a:rPr lang="es-AR" sz="1800" dirty="0" err="1"/>
              <a:t>genaro</a:t>
            </a:r>
            <a:endParaRPr lang="es-AR" sz="1800" dirty="0"/>
          </a:p>
        </p:txBody>
      </p:sp>
    </p:spTree>
    <p:extLst>
      <p:ext uri="{BB962C8B-B14F-4D97-AF65-F5344CB8AC3E}">
        <p14:creationId xmlns:p14="http://schemas.microsoft.com/office/powerpoint/2010/main" val="19851465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29D5AE-AF38-4BD6-8F7B-BDB5DC21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000" dirty="0"/>
              <a:t>Secuencia de Fibonacci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Marcador de texto 5">
                <a:extLst>
                  <a:ext uri="{FF2B5EF4-FFF2-40B4-BE49-F238E27FC236}">
                    <a16:creationId xmlns:a16="http://schemas.microsoft.com/office/drawing/2014/main" id="{4F1EC789-7172-4A38-8041-8ABEDCC8B62D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r>
                  <a:rPr lang="es-MX" dirty="0"/>
                  <a:t>La secuencia de Fibonacci es una sucesión de números en la que cada término se obtiene sumando los dos anteriores.</a:t>
                </a:r>
              </a:p>
              <a:p>
                <a:endParaRPr lang="es-MX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  <a:p>
                <a:r>
                  <a:rPr lang="es-AR" dirty="0"/>
                  <a:t>Comenzando de tal forma que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AR" dirty="0"/>
              </a:p>
              <a:p>
                <a:endParaRPr lang="es-AR" dirty="0"/>
              </a:p>
            </p:txBody>
          </p:sp>
        </mc:Choice>
        <mc:Fallback>
          <p:sp>
            <p:nvSpPr>
              <p:cNvPr id="6" name="Marcador de texto 5">
                <a:extLst>
                  <a:ext uri="{FF2B5EF4-FFF2-40B4-BE49-F238E27FC236}">
                    <a16:creationId xmlns:a16="http://schemas.microsoft.com/office/drawing/2014/main" id="{4F1EC789-7172-4A38-8041-8ABEDCC8B6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538" t="-211" r="-179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ecuencia de Fibonacci ¡Hasta en el Trading!">
            <a:extLst>
              <a:ext uri="{FF2B5EF4-FFF2-40B4-BE49-F238E27FC236}">
                <a16:creationId xmlns:a16="http://schemas.microsoft.com/office/drawing/2014/main" id="{57A1F487-041E-4FAB-891A-D09C70EC85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60"/>
          <a:stretch/>
        </p:blipFill>
        <p:spPr bwMode="auto">
          <a:xfrm>
            <a:off x="5658271" y="1864587"/>
            <a:ext cx="4644235" cy="2529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E53458D0-26FF-4FDD-9031-4FA458307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936719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51EA-2D61-439A-960F-436BE05E4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¿Cómo hicimos?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8358D64A-6BCA-4A75-B0AD-7532C467638A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r>
                  <a:rPr lang="es-AR" dirty="0"/>
                  <a:t>Mediante la definición matemática, armamos un bucle </a:t>
                </a:r>
                <a:r>
                  <a:rPr lang="es-AR" dirty="0" err="1"/>
                  <a:t>while</a:t>
                </a:r>
                <a:r>
                  <a:rPr lang="es-AR" dirty="0"/>
                  <a:t> con la condición de que la última iteración cumpliera que</a:t>
                </a:r>
              </a:p>
              <a:p>
                <a:endParaRPr lang="es-AR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s-A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s-A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1.000.000</m:t>
                      </m:r>
                    </m:oMath>
                  </m:oMathPara>
                </a14:m>
                <a:endParaRPr lang="es-AR" dirty="0"/>
              </a:p>
              <a:p>
                <a:endParaRPr lang="es-AR" dirty="0"/>
              </a:p>
              <a:p>
                <a:endParaRPr lang="es-AR" dirty="0"/>
              </a:p>
            </p:txBody>
          </p:sp>
        </mc:Choice>
        <mc:Fallback>
          <p:sp>
            <p:nvSpPr>
              <p:cNvPr id="4" name="Marcador de texto 3">
                <a:extLst>
                  <a:ext uri="{FF2B5EF4-FFF2-40B4-BE49-F238E27FC236}">
                    <a16:creationId xmlns:a16="http://schemas.microsoft.com/office/drawing/2014/main" id="{8358D64A-6BCA-4A75-B0AD-7532C46763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538" t="-21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C430EC2A-20B4-43B9-98F8-DE14CAFD82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99923" y="1300424"/>
            <a:ext cx="5072123" cy="4257152"/>
          </a:xfrm>
        </p:spPr>
      </p:pic>
    </p:spTree>
    <p:extLst>
      <p:ext uri="{BB962C8B-B14F-4D97-AF65-F5344CB8AC3E}">
        <p14:creationId xmlns:p14="http://schemas.microsoft.com/office/powerpoint/2010/main" val="3852057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4EA2EC-92D8-4BBE-A745-C9051ABBF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Ejecución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EAB8EF98-EC5B-4D6E-A67F-BF1AA9F7D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0261" y="2433100"/>
            <a:ext cx="5636786" cy="1854917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7FC2A9-87BE-46D5-AD37-9D12C99D4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AR" dirty="0"/>
              <a:t>Para evaluar la eficiencia del método, medimos el tiempo de ejecución, la cantidad de iteraciones y el valor final</a:t>
            </a:r>
          </a:p>
          <a:p>
            <a:r>
              <a:rPr lang="es-MX" dirty="0" err="1"/>
              <a:t>user</a:t>
            </a:r>
            <a:r>
              <a:rPr lang="es-MX" dirty="0"/>
              <a:t> → tiempo de la CPU</a:t>
            </a:r>
          </a:p>
          <a:p>
            <a:r>
              <a:rPr lang="es-MX" dirty="0" err="1"/>
              <a:t>system</a:t>
            </a:r>
            <a:r>
              <a:rPr lang="es-MX" dirty="0"/>
              <a:t> → tiempo del SO </a:t>
            </a:r>
          </a:p>
          <a:p>
            <a:r>
              <a:rPr lang="es-MX" dirty="0" err="1"/>
              <a:t>elapsed</a:t>
            </a:r>
            <a:r>
              <a:rPr lang="es-MX" dirty="0"/>
              <a:t> → tiempo real percibido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41450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37A438D-F7A5-4434-81DC-7407A9431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Gracias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0D815517-CC57-4BC4-8F93-E80EDF43CC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/>
              <a:t>Actitud positiva </a:t>
            </a:r>
            <a:r>
              <a:rPr lang="es-AR" dirty="0">
                <a:sym typeface="Wingdings" panose="05000000000000000000" pitchFamily="2" charset="2"/>
              </a:rPr>
              <a:t>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27784612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45</TotalTime>
  <Words>122</Words>
  <Application>Microsoft Office PowerPoint</Application>
  <PresentationFormat>Panorámica</PresentationFormat>
  <Paragraphs>20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Cambria Math</vt:lpstr>
      <vt:lpstr>Century Gothic</vt:lpstr>
      <vt:lpstr>Wingdings 3</vt:lpstr>
      <vt:lpstr>Ion</vt:lpstr>
      <vt:lpstr>Actitud Positiva </vt:lpstr>
      <vt:lpstr>Secuencia de Fibonacci</vt:lpstr>
      <vt:lpstr>¿Cómo hicimos?</vt:lpstr>
      <vt:lpstr>Ejecución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Actitud Positiva </dc:title>
  <dc:creator>LUCHO MIGONI</dc:creator>
  <cp:lastModifiedBy>LUCHO MIGONI</cp:lastModifiedBy>
  <cp:revision>5</cp:revision>
  <dcterms:created xsi:type="dcterms:W3CDTF">2026-04-22T20:16:13Z</dcterms:created>
  <dcterms:modified xsi:type="dcterms:W3CDTF">2026-04-22T21:02:01Z</dcterms:modified>
</cp:coreProperties>
</file>